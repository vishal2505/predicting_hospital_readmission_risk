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59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32"/>
    <p:restoredTop sz="96327"/>
  </p:normalViewPr>
  <p:slideViewPr>
    <p:cSldViewPr snapToGrid="0">
      <p:cViewPr>
        <p:scale>
          <a:sx n="130" d="100"/>
          <a:sy n="130" d="100"/>
        </p:scale>
        <p:origin x="14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8DECD-24D1-2647-BAC1-178D07815632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DA4DC-96AA-E845-8479-BD529B22A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15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5E36A-0EE0-EB82-D8D5-4AF664CA8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A9059-779B-2033-D051-DF6750020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B8669-D211-7DB1-2D4E-B4D3855D8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DB752-D5A6-23BC-E1BD-D1F74485C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5A6BD-D166-E6B8-1DD5-93CD950F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3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74396-9374-234E-99FF-D7A1EBB26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56308-1204-6424-DD08-B8F3B006A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0EBBD-BCF2-72BA-55EB-37F61C2D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3D84F-4321-2FD1-C42C-7961F2F2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0CDD5-C867-3592-F232-21801F70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4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2C325-983C-0BD8-A8B8-97D1268D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9CA70-30CC-C1E8-60A5-06DF4E5E5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5042C-5458-3C8B-CA20-AE3806771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7B1ED-1F71-63F8-BA39-64C05174B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A19CC-4FB4-E903-2927-4EEA5385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7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0E0B-FEBB-8A54-8D7A-09216D18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37A34-8490-164E-7C6A-3B9098ACF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04891E-0FFB-6E3F-ED2F-46E240CE3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4BA94-100E-4914-9D38-BB0B84382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3A9CC-3811-B2D2-203F-8656F121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BF54D-CD6C-1233-C5C9-673CED12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2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1AAE-655D-3293-EB14-F4BD1098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A32BF-146F-00ED-A03F-A1B181295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4AE5A-CB44-5702-28AD-C39B433F0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199D5-7CB9-3797-0C2F-C5EF4C5EE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DBC6F7-369A-F171-35F1-FED9DBFCD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A40CAF-6B75-1090-5DB3-68FE38E0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DFAA13-6E85-2899-AD6E-D8D898F44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EDF243-FC20-04BC-5C1E-73367D9D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6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0DBF4-B92D-29CF-2A0A-0D9502FF8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1FC564-CF54-797D-193F-F3059556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E69C6-7429-0E09-E006-2929ECA2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E49FB-3F1E-3BB6-197E-1DC16B00F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93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D9F82E-6DD7-EBAB-312E-B89A1F01A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D43CB4-A75B-50A9-0E4A-4FBEB7CF7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08680-2297-48B0-AE27-9463090E6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0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20CCD-305C-38AC-E7C5-F791C923F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B396C-4222-E513-B5F2-79FBBDB77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9B9DA-0281-C9B5-39B4-0F8F5D1F6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B8119-FB8F-95E4-CCC0-1D948176A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B80D3-FA1D-6C2A-7F4F-1685382A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8147B-94AA-8044-100A-EA72CAE5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2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8369-F32F-BD7E-A5E8-61DBFDC5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4B718D-5D38-3511-965A-39C8C70B95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5000A-0FA1-65E4-69A1-4D42E2A78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09E07-8791-AB5F-F6FC-4C9C3D19F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8BF88-D3A1-800E-1668-EEBE97B35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3A509-23C2-90E2-900A-92FED8410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57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B5927-1513-B4F5-5F1D-B6737FE7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5FA5A-E87D-3FF9-2195-E5810E54D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BAF38-3089-5364-4F9A-038AE368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4C658-9B90-AB09-7ADC-97B922DE5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CA8F5-B640-B959-C36B-130ED0F0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07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50EB8-6237-1D9B-E535-400BE6455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20229-6F0B-6FD1-7CE4-B643CE5FB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21CED-6A38-0046-83A4-3649B4D16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EB473-4C6C-7C66-D2D7-96FEE963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34387-5713-8ACE-5AEC-5F0026977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41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5F2C0-30F8-DAE1-A01A-A77FC5374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36402-0D38-2FE6-DABB-84869F8B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2023, Amazon Web Services, Inc. or its affiliates.</a:t>
            </a:r>
          </a:p>
        </p:txBody>
      </p:sp>
    </p:spTree>
    <p:extLst>
      <p:ext uri="{BB962C8B-B14F-4D97-AF65-F5344CB8AC3E}">
        <p14:creationId xmlns:p14="http://schemas.microsoft.com/office/powerpoint/2010/main" val="3822830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EFE12-B022-06A0-6EAA-A0169178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E518A-557D-8A11-4C84-4200FFD9B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C7B8C-8ACC-B3C0-B227-FDF87765D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B3CF6-AC41-674A-90F2-34ABCC18E09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2E3F5-4088-16FB-97F3-D9577A44D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7742C-A051-3C5C-A1E8-4BB9C9B23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1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FF8AEA-758D-A341-A931-520D2F6E5DA7}"/>
              </a:ext>
            </a:extLst>
          </p:cNvPr>
          <p:cNvSpPr/>
          <p:nvPr/>
        </p:nvSpPr>
        <p:spPr>
          <a:xfrm>
            <a:off x="1925163" y="234182"/>
            <a:ext cx="9375742" cy="6411934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56331" name="TextBox 13">
            <a:extLst>
              <a:ext uri="{FF2B5EF4-FFF2-40B4-BE49-F238E27FC236}">
                <a16:creationId xmlns:a16="http://schemas.microsoft.com/office/drawing/2014/main" id="{69486184-C021-3D48-9C93-FC5F62951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6709" y="2500514"/>
            <a:ext cx="65873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C82136FF-1B96-E442-BED3-EF2632D5F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21128" y="219404"/>
            <a:ext cx="309981" cy="309981"/>
          </a:xfrm>
          <a:prstGeom prst="rect">
            <a:avLst/>
          </a:prstGeom>
        </p:spPr>
      </p:pic>
      <p:pic>
        <p:nvPicPr>
          <p:cNvPr id="14" name="Graphic 23">
            <a:extLst>
              <a:ext uri="{FF2B5EF4-FFF2-40B4-BE49-F238E27FC236}">
                <a16:creationId xmlns:a16="http://schemas.microsoft.com/office/drawing/2014/main" id="{FC93E539-40C5-E61F-8978-BCDD7C6AB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 flipH="1">
            <a:off x="11531767" y="1641733"/>
            <a:ext cx="648622" cy="64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46" name="Picture 56345" descr="A person sitting at a computer&#10;&#10;Description automatically generated">
            <a:extLst>
              <a:ext uri="{FF2B5EF4-FFF2-40B4-BE49-F238E27FC236}">
                <a16:creationId xmlns:a16="http://schemas.microsoft.com/office/drawing/2014/main" id="{1D00AF4D-F224-1E52-A518-72E413AE15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464" y="2371065"/>
            <a:ext cx="612250" cy="612250"/>
          </a:xfrm>
          <a:prstGeom prst="rect">
            <a:avLst/>
          </a:prstGeom>
        </p:spPr>
      </p:pic>
      <p:sp>
        <p:nvSpPr>
          <p:cNvPr id="56347" name="TextBox 13">
            <a:extLst>
              <a:ext uri="{FF2B5EF4-FFF2-40B4-BE49-F238E27FC236}">
                <a16:creationId xmlns:a16="http://schemas.microsoft.com/office/drawing/2014/main" id="{7141B1E8-93F7-B3E9-E55E-EA5636BA1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98" y="3003609"/>
            <a:ext cx="9720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Engineer</a:t>
            </a:r>
          </a:p>
        </p:txBody>
      </p:sp>
      <p:pic>
        <p:nvPicPr>
          <p:cNvPr id="56363" name="Graphic 56362">
            <a:extLst>
              <a:ext uri="{FF2B5EF4-FFF2-40B4-BE49-F238E27FC236}">
                <a16:creationId xmlns:a16="http://schemas.microsoft.com/office/drawing/2014/main" id="{8B150CEE-C758-D5E1-AC5A-CA4986DF87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9882" y="2129267"/>
            <a:ext cx="682298" cy="682298"/>
          </a:xfrm>
          <a:prstGeom prst="rect">
            <a:avLst/>
          </a:prstGeom>
        </p:spPr>
      </p:pic>
      <p:sp>
        <p:nvSpPr>
          <p:cNvPr id="56335" name="Rectangle 56334">
            <a:extLst>
              <a:ext uri="{FF2B5EF4-FFF2-40B4-BE49-F238E27FC236}">
                <a16:creationId xmlns:a16="http://schemas.microsoft.com/office/drawing/2014/main" id="{E7E6EB31-4DF7-7BC3-6F31-C8D130CE0CFF}"/>
              </a:ext>
            </a:extLst>
          </p:cNvPr>
          <p:cNvSpPr/>
          <p:nvPr/>
        </p:nvSpPr>
        <p:spPr>
          <a:xfrm>
            <a:off x="2076119" y="648579"/>
            <a:ext cx="9060117" cy="5848016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ap-southeast-1</a:t>
            </a:r>
          </a:p>
        </p:txBody>
      </p:sp>
      <p:pic>
        <p:nvPicPr>
          <p:cNvPr id="56336" name="Graphic 56335">
            <a:extLst>
              <a:ext uri="{FF2B5EF4-FFF2-40B4-BE49-F238E27FC236}">
                <a16:creationId xmlns:a16="http://schemas.microsoft.com/office/drawing/2014/main" id="{622B454D-1757-CC06-7E29-26901EABF2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067410" y="632842"/>
            <a:ext cx="309981" cy="309981"/>
          </a:xfrm>
          <a:prstGeom prst="rect">
            <a:avLst/>
          </a:prstGeom>
        </p:spPr>
      </p:pic>
      <p:sp>
        <p:nvSpPr>
          <p:cNvPr id="55" name="Oval 54">
            <a:extLst>
              <a:ext uri="{FF2B5EF4-FFF2-40B4-BE49-F238E27FC236}">
                <a16:creationId xmlns:a16="http://schemas.microsoft.com/office/drawing/2014/main" id="{4B9B1326-1536-7827-54F7-1A4E1B799EDC}"/>
              </a:ext>
            </a:extLst>
          </p:cNvPr>
          <p:cNvSpPr>
            <a:spLocks noChangeAspect="1"/>
          </p:cNvSpPr>
          <p:nvPr/>
        </p:nvSpPr>
        <p:spPr bwMode="auto">
          <a:xfrm>
            <a:off x="1331458" y="2026045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290007-DE62-B18B-CE74-A917757D3E98}"/>
              </a:ext>
            </a:extLst>
          </p:cNvPr>
          <p:cNvSpPr/>
          <p:nvPr/>
        </p:nvSpPr>
        <p:spPr bwMode="auto">
          <a:xfrm>
            <a:off x="2411077" y="996784"/>
            <a:ext cx="8635209" cy="5404015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ln w="0"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8759170-7AFB-468D-508D-B2582F8B38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2413712" y="996178"/>
            <a:ext cx="266747" cy="266747"/>
          </a:xfrm>
          <a:prstGeom prst="rect">
            <a:avLst/>
          </a:prstGeom>
        </p:spPr>
      </p:pic>
      <p:sp>
        <p:nvSpPr>
          <p:cNvPr id="17" name="TextBox 22">
            <a:extLst>
              <a:ext uri="{FF2B5EF4-FFF2-40B4-BE49-F238E27FC236}">
                <a16:creationId xmlns:a16="http://schemas.microsoft.com/office/drawing/2014/main" id="{69E8A597-1C33-1818-FD71-C3D015F05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959" y="1586520"/>
            <a:ext cx="166338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Model Registry</a:t>
            </a:r>
          </a:p>
        </p:txBody>
      </p:sp>
      <p:sp>
        <p:nvSpPr>
          <p:cNvPr id="56369" name="TextBox 11">
            <a:extLst>
              <a:ext uri="{FF2B5EF4-FFF2-40B4-BE49-F238E27FC236}">
                <a16:creationId xmlns:a16="http://schemas.microsoft.com/office/drawing/2014/main" id="{D60994A3-CE22-507C-B7E4-017F1D9AF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3926" y="5948063"/>
            <a:ext cx="114009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Store results</a:t>
            </a:r>
          </a:p>
        </p:txBody>
      </p:sp>
      <p:sp>
        <p:nvSpPr>
          <p:cNvPr id="56421" name="TextBox 11">
            <a:extLst>
              <a:ext uri="{FF2B5EF4-FFF2-40B4-BE49-F238E27FC236}">
                <a16:creationId xmlns:a16="http://schemas.microsoft.com/office/drawing/2014/main" id="{23FF9172-8037-F764-D920-3BCAABDDB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956" y="1497030"/>
            <a:ext cx="57128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Pull</a:t>
            </a:r>
          </a:p>
        </p:txBody>
      </p:sp>
      <p:sp>
        <p:nvSpPr>
          <p:cNvPr id="56456" name="TextBox 11">
            <a:extLst>
              <a:ext uri="{FF2B5EF4-FFF2-40B4-BE49-F238E27FC236}">
                <a16:creationId xmlns:a16="http://schemas.microsoft.com/office/drawing/2014/main" id="{084D9216-ED50-EB32-0238-FC8D5A920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732" y="1790732"/>
            <a:ext cx="10656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terraform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856ADC-F92C-0AB6-5C5C-305F67996B5D}"/>
              </a:ext>
            </a:extLst>
          </p:cNvPr>
          <p:cNvSpPr/>
          <p:nvPr/>
        </p:nvSpPr>
        <p:spPr>
          <a:xfrm>
            <a:off x="3541252" y="1730203"/>
            <a:ext cx="1652267" cy="4000847"/>
          </a:xfrm>
          <a:prstGeom prst="rect">
            <a:avLst/>
          </a:prstGeom>
          <a:noFill/>
          <a:ln w="158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4F2C187E-2240-DFD5-5A1D-C17B4DFC5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3782418" y="2351830"/>
            <a:ext cx="349068" cy="349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22">
            <a:extLst>
              <a:ext uri="{FF2B5EF4-FFF2-40B4-BE49-F238E27FC236}">
                <a16:creationId xmlns:a16="http://schemas.microsoft.com/office/drawing/2014/main" id="{4B690371-D1F0-0D89-A9C7-877BC791B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7771" y="2836677"/>
            <a:ext cx="6747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Bronze</a:t>
            </a:r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FBF6E6F0-6A32-1CA8-BDCB-0074840D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7686" y="3747623"/>
            <a:ext cx="6747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Silver</a:t>
            </a:r>
          </a:p>
        </p:txBody>
      </p:sp>
      <p:sp>
        <p:nvSpPr>
          <p:cNvPr id="12" name="TextBox 22">
            <a:extLst>
              <a:ext uri="{FF2B5EF4-FFF2-40B4-BE49-F238E27FC236}">
                <a16:creationId xmlns:a16="http://schemas.microsoft.com/office/drawing/2014/main" id="{75783925-5EEC-CEB2-31EA-B71C8C905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502" y="4828377"/>
            <a:ext cx="6747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Gold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E57D92-FDE1-F04B-E705-95D999E9B13E}"/>
              </a:ext>
            </a:extLst>
          </p:cNvPr>
          <p:cNvSpPr/>
          <p:nvPr/>
        </p:nvSpPr>
        <p:spPr>
          <a:xfrm>
            <a:off x="6121453" y="1730202"/>
            <a:ext cx="1652267" cy="4002455"/>
          </a:xfrm>
          <a:prstGeom prst="rect">
            <a:avLst/>
          </a:prstGeom>
          <a:noFill/>
          <a:ln w="158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CDBBFE4B-BEF6-5AF7-4AEC-32DF69164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355" y="5767485"/>
            <a:ext cx="165226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 Processing Pipeline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4E859894-BBA5-8D3C-90D7-37967DC40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5550" y="5727728"/>
            <a:ext cx="16522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ML Model Training Pipeline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30F163-2684-E119-8F86-93E835103162}"/>
              </a:ext>
            </a:extLst>
          </p:cNvPr>
          <p:cNvSpPr/>
          <p:nvPr/>
        </p:nvSpPr>
        <p:spPr>
          <a:xfrm>
            <a:off x="8797403" y="1717562"/>
            <a:ext cx="1652267" cy="1697687"/>
          </a:xfrm>
          <a:prstGeom prst="rect">
            <a:avLst/>
          </a:prstGeom>
          <a:noFill/>
          <a:ln w="158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3CB46052-5FF0-5383-B9B1-3EFB21F2F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2420" y="3387857"/>
            <a:ext cx="165226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ML Inference Pipeline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B1E6CB2-4C8E-723A-7600-0BD86849C1F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28027" y="1299703"/>
            <a:ext cx="584797" cy="584797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36A6FE-8EB9-1C37-9EEC-BB18239A2B87}"/>
              </a:ext>
            </a:extLst>
          </p:cNvPr>
          <p:cNvCxnSpPr>
            <a:cxnSpLocks/>
          </p:cNvCxnSpPr>
          <p:nvPr/>
        </p:nvCxnSpPr>
        <p:spPr>
          <a:xfrm>
            <a:off x="5179236" y="4999625"/>
            <a:ext cx="557581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0F98F8-159D-DCBC-4D9E-467D9CD26998}"/>
              </a:ext>
            </a:extLst>
          </p:cNvPr>
          <p:cNvCxnSpPr>
            <a:cxnSpLocks/>
          </p:cNvCxnSpPr>
          <p:nvPr/>
        </p:nvCxnSpPr>
        <p:spPr>
          <a:xfrm flipH="1">
            <a:off x="5736551" y="2327749"/>
            <a:ext cx="6804" cy="2681304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9A92E67-7DF4-B344-5074-2D46FFEB2675}"/>
              </a:ext>
            </a:extLst>
          </p:cNvPr>
          <p:cNvCxnSpPr>
            <a:cxnSpLocks/>
          </p:cNvCxnSpPr>
          <p:nvPr/>
        </p:nvCxnSpPr>
        <p:spPr>
          <a:xfrm flipV="1">
            <a:off x="5736551" y="2318094"/>
            <a:ext cx="368510" cy="2801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C05FDB0-6742-F55F-E9AA-29D4D0FFE934}"/>
              </a:ext>
            </a:extLst>
          </p:cNvPr>
          <p:cNvCxnSpPr>
            <a:cxnSpLocks/>
          </p:cNvCxnSpPr>
          <p:nvPr/>
        </p:nvCxnSpPr>
        <p:spPr>
          <a:xfrm>
            <a:off x="7773720" y="5043934"/>
            <a:ext cx="477482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9E47F90-A268-1829-5A72-4F2B7C2E01A4}"/>
              </a:ext>
            </a:extLst>
          </p:cNvPr>
          <p:cNvCxnSpPr>
            <a:cxnSpLocks/>
          </p:cNvCxnSpPr>
          <p:nvPr/>
        </p:nvCxnSpPr>
        <p:spPr>
          <a:xfrm flipH="1" flipV="1">
            <a:off x="8246965" y="2433026"/>
            <a:ext cx="4237" cy="2610908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1">
            <a:extLst>
              <a:ext uri="{FF2B5EF4-FFF2-40B4-BE49-F238E27FC236}">
                <a16:creationId xmlns:a16="http://schemas.microsoft.com/office/drawing/2014/main" id="{C47D2174-1B31-CD43-5F0D-2B41B6645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722" y="2101084"/>
            <a:ext cx="536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9" name="Graphic 31">
            <a:extLst>
              <a:ext uri="{FF2B5EF4-FFF2-40B4-BE49-F238E27FC236}">
                <a16:creationId xmlns:a16="http://schemas.microsoft.com/office/drawing/2014/main" id="{E3182927-96BE-2CB6-569F-95DE2C1FF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8072300" y="1801926"/>
            <a:ext cx="525823" cy="525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451" name="TextBox 11">
            <a:extLst>
              <a:ext uri="{FF2B5EF4-FFF2-40B4-BE49-F238E27FC236}">
                <a16:creationId xmlns:a16="http://schemas.microsoft.com/office/drawing/2014/main" id="{569FCD46-2EF9-5812-F540-FBAC812C2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5758" y="2143200"/>
            <a:ext cx="893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Pre -processing </a:t>
            </a:r>
          </a:p>
        </p:txBody>
      </p:sp>
      <p:sp>
        <p:nvSpPr>
          <p:cNvPr id="56452" name="Rectangle 56451">
            <a:extLst>
              <a:ext uri="{FF2B5EF4-FFF2-40B4-BE49-F238E27FC236}">
                <a16:creationId xmlns:a16="http://schemas.microsoft.com/office/drawing/2014/main" id="{D6B6D16B-7434-D8EA-78F6-44CC374C7E21}"/>
              </a:ext>
            </a:extLst>
          </p:cNvPr>
          <p:cNvSpPr/>
          <p:nvPr/>
        </p:nvSpPr>
        <p:spPr>
          <a:xfrm>
            <a:off x="6506422" y="2165091"/>
            <a:ext cx="805798" cy="368221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53" name="TextBox 11">
            <a:extLst>
              <a:ext uri="{FF2B5EF4-FFF2-40B4-BE49-F238E27FC236}">
                <a16:creationId xmlns:a16="http://schemas.microsoft.com/office/drawing/2014/main" id="{E58D8AFC-D165-9D95-B539-46B396605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9170" y="2978491"/>
            <a:ext cx="893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Train different Models </a:t>
            </a:r>
          </a:p>
        </p:txBody>
      </p:sp>
      <p:sp>
        <p:nvSpPr>
          <p:cNvPr id="56454" name="Rectangle 56453">
            <a:extLst>
              <a:ext uri="{FF2B5EF4-FFF2-40B4-BE49-F238E27FC236}">
                <a16:creationId xmlns:a16="http://schemas.microsoft.com/office/drawing/2014/main" id="{46BC7CD7-6DD7-F851-74D0-4696F140F6F5}"/>
              </a:ext>
            </a:extLst>
          </p:cNvPr>
          <p:cNvSpPr/>
          <p:nvPr/>
        </p:nvSpPr>
        <p:spPr>
          <a:xfrm>
            <a:off x="6410086" y="2964782"/>
            <a:ext cx="961108" cy="543839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57" name="TextBox 11">
            <a:extLst>
              <a:ext uri="{FF2B5EF4-FFF2-40B4-BE49-F238E27FC236}">
                <a16:creationId xmlns:a16="http://schemas.microsoft.com/office/drawing/2014/main" id="{1D2444CF-AEC6-C48E-B1AA-BD6DEF813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692" y="4054239"/>
            <a:ext cx="893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Evaluate</a:t>
            </a:r>
          </a:p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Models</a:t>
            </a:r>
          </a:p>
        </p:txBody>
      </p:sp>
      <p:sp>
        <p:nvSpPr>
          <p:cNvPr id="56458" name="Rectangle 56457">
            <a:extLst>
              <a:ext uri="{FF2B5EF4-FFF2-40B4-BE49-F238E27FC236}">
                <a16:creationId xmlns:a16="http://schemas.microsoft.com/office/drawing/2014/main" id="{42420EA6-DB01-AD60-9A3D-CAFEA9B371BC}"/>
              </a:ext>
            </a:extLst>
          </p:cNvPr>
          <p:cNvSpPr/>
          <p:nvPr/>
        </p:nvSpPr>
        <p:spPr>
          <a:xfrm>
            <a:off x="6452651" y="3966978"/>
            <a:ext cx="961108" cy="543839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59" name="TextBox 11">
            <a:extLst>
              <a:ext uri="{FF2B5EF4-FFF2-40B4-BE49-F238E27FC236}">
                <a16:creationId xmlns:a16="http://schemas.microsoft.com/office/drawing/2014/main" id="{E33CD289-03FA-0E70-8D78-74083FA4D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376" y="4920599"/>
            <a:ext cx="893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Save</a:t>
            </a:r>
          </a:p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Model artifacts</a:t>
            </a:r>
          </a:p>
        </p:txBody>
      </p:sp>
      <p:sp>
        <p:nvSpPr>
          <p:cNvPr id="56460" name="Rectangle 56459">
            <a:extLst>
              <a:ext uri="{FF2B5EF4-FFF2-40B4-BE49-F238E27FC236}">
                <a16:creationId xmlns:a16="http://schemas.microsoft.com/office/drawing/2014/main" id="{24BD0279-D17A-999D-5EF1-157B2B8283BE}"/>
              </a:ext>
            </a:extLst>
          </p:cNvPr>
          <p:cNvSpPr/>
          <p:nvPr/>
        </p:nvSpPr>
        <p:spPr>
          <a:xfrm>
            <a:off x="6464898" y="4901958"/>
            <a:ext cx="961108" cy="543839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65" name="Rectangle 56464">
            <a:extLst>
              <a:ext uri="{FF2B5EF4-FFF2-40B4-BE49-F238E27FC236}">
                <a16:creationId xmlns:a16="http://schemas.microsoft.com/office/drawing/2014/main" id="{AB35068D-0641-AF13-3F9D-57C4CD88DA53}"/>
              </a:ext>
            </a:extLst>
          </p:cNvPr>
          <p:cNvSpPr/>
          <p:nvPr/>
        </p:nvSpPr>
        <p:spPr>
          <a:xfrm>
            <a:off x="2713369" y="1336372"/>
            <a:ext cx="8240816" cy="4929254"/>
          </a:xfrm>
          <a:prstGeom prst="rect">
            <a:avLst/>
          </a:prstGeom>
          <a:noFill/>
          <a:ln w="15875">
            <a:solidFill>
              <a:srgbClr val="FF0FA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69" name="Rectangle 56468">
            <a:extLst>
              <a:ext uri="{FF2B5EF4-FFF2-40B4-BE49-F238E27FC236}">
                <a16:creationId xmlns:a16="http://schemas.microsoft.com/office/drawing/2014/main" id="{56CD8356-A730-2A2C-C965-7DD03DDAB911}"/>
              </a:ext>
            </a:extLst>
          </p:cNvPr>
          <p:cNvSpPr/>
          <p:nvPr/>
        </p:nvSpPr>
        <p:spPr>
          <a:xfrm>
            <a:off x="8821640" y="3918288"/>
            <a:ext cx="1652267" cy="1830456"/>
          </a:xfrm>
          <a:prstGeom prst="rect">
            <a:avLst/>
          </a:prstGeom>
          <a:noFill/>
          <a:ln w="158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6470" name="TextBox 11">
            <a:extLst>
              <a:ext uri="{FF2B5EF4-FFF2-40B4-BE49-F238E27FC236}">
                <a16:creationId xmlns:a16="http://schemas.microsoft.com/office/drawing/2014/main" id="{F54EFCB0-C973-7837-8645-5809B25CE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879" y="1813119"/>
            <a:ext cx="9050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Airflow on EC2</a:t>
            </a:r>
          </a:p>
        </p:txBody>
      </p:sp>
      <p:sp>
        <p:nvSpPr>
          <p:cNvPr id="56471" name="TextBox 11">
            <a:extLst>
              <a:ext uri="{FF2B5EF4-FFF2-40B4-BE49-F238E27FC236}">
                <a16:creationId xmlns:a16="http://schemas.microsoft.com/office/drawing/2014/main" id="{80250A4E-89E6-E8FB-2395-04587EBA6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1646" y="5757378"/>
            <a:ext cx="16522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ML Monitoring Governance Pipeline</a:t>
            </a:r>
          </a:p>
        </p:txBody>
      </p:sp>
      <p:sp>
        <p:nvSpPr>
          <p:cNvPr id="56472" name="TextBox 11">
            <a:extLst>
              <a:ext uri="{FF2B5EF4-FFF2-40B4-BE49-F238E27FC236}">
                <a16:creationId xmlns:a16="http://schemas.microsoft.com/office/drawing/2014/main" id="{F1E8771F-8C9E-7F9B-24AA-B18AEA524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8351" y="2071975"/>
            <a:ext cx="6747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Fargate</a:t>
            </a:r>
          </a:p>
        </p:txBody>
      </p:sp>
      <p:pic>
        <p:nvPicPr>
          <p:cNvPr id="44" name="Graphic 14">
            <a:extLst>
              <a:ext uri="{FF2B5EF4-FFF2-40B4-BE49-F238E27FC236}">
                <a16:creationId xmlns:a16="http://schemas.microsoft.com/office/drawing/2014/main" id="{07082618-7822-1029-2E5B-A57DECECF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4823510" y="1721553"/>
            <a:ext cx="378000" cy="3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Graphic 18">
            <a:extLst>
              <a:ext uri="{FF2B5EF4-FFF2-40B4-BE49-F238E27FC236}">
                <a16:creationId xmlns:a16="http://schemas.microsoft.com/office/drawing/2014/main" id="{ED52C3D0-13C4-41B2-AFB9-EF40B496A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3525140" y="1717562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473" name="TextBox 11">
            <a:extLst>
              <a:ext uri="{FF2B5EF4-FFF2-40B4-BE49-F238E27FC236}">
                <a16:creationId xmlns:a16="http://schemas.microsoft.com/office/drawing/2014/main" id="{4DCF341D-C65D-8EA7-A593-BD230DA95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448" y="2093640"/>
            <a:ext cx="536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75" name="TextBox 11">
            <a:extLst>
              <a:ext uri="{FF2B5EF4-FFF2-40B4-BE49-F238E27FC236}">
                <a16:creationId xmlns:a16="http://schemas.microsoft.com/office/drawing/2014/main" id="{9E5C0ABB-952D-B399-8387-AC8DC1925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448" y="2073823"/>
            <a:ext cx="6747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Fargate</a:t>
            </a:r>
          </a:p>
        </p:txBody>
      </p:sp>
      <p:pic>
        <p:nvPicPr>
          <p:cNvPr id="56477" name="Graphic 14">
            <a:extLst>
              <a:ext uri="{FF2B5EF4-FFF2-40B4-BE49-F238E27FC236}">
                <a16:creationId xmlns:a16="http://schemas.microsoft.com/office/drawing/2014/main" id="{129232B9-FBA3-4FB1-FFA0-DBCF3054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7402656" y="1723118"/>
            <a:ext cx="378000" cy="3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78" name="Graphic 18">
            <a:extLst>
              <a:ext uri="{FF2B5EF4-FFF2-40B4-BE49-F238E27FC236}">
                <a16:creationId xmlns:a16="http://schemas.microsoft.com/office/drawing/2014/main" id="{DDE6F586-7572-9F05-41E3-50CBD4403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6112744" y="1721166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480" name="TextBox 11">
            <a:extLst>
              <a:ext uri="{FF2B5EF4-FFF2-40B4-BE49-F238E27FC236}">
                <a16:creationId xmlns:a16="http://schemas.microsoft.com/office/drawing/2014/main" id="{21323ADD-D287-BEA6-3ABD-DCDCD62E3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1816" y="2094771"/>
            <a:ext cx="536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81" name="TextBox 11">
            <a:extLst>
              <a:ext uri="{FF2B5EF4-FFF2-40B4-BE49-F238E27FC236}">
                <a16:creationId xmlns:a16="http://schemas.microsoft.com/office/drawing/2014/main" id="{BA286EDD-2DAC-1E64-039E-7B799BF3F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4675" y="3404048"/>
            <a:ext cx="125818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ECR</a:t>
            </a:r>
          </a:p>
        </p:txBody>
      </p:sp>
      <p:sp>
        <p:nvSpPr>
          <p:cNvPr id="56482" name="TextBox 11">
            <a:extLst>
              <a:ext uri="{FF2B5EF4-FFF2-40B4-BE49-F238E27FC236}">
                <a16:creationId xmlns:a16="http://schemas.microsoft.com/office/drawing/2014/main" id="{3A8F837B-5115-14AC-3BD4-6930AACD9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6040" y="2067647"/>
            <a:ext cx="6747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Fargate</a:t>
            </a:r>
          </a:p>
        </p:txBody>
      </p:sp>
      <p:pic>
        <p:nvPicPr>
          <p:cNvPr id="56483" name="Graphic 20">
            <a:extLst>
              <a:ext uri="{FF2B5EF4-FFF2-40B4-BE49-F238E27FC236}">
                <a16:creationId xmlns:a16="http://schemas.microsoft.com/office/drawing/2014/main" id="{7713237E-60CB-C8D0-F6CE-27C667968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2853892" y="3045425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84" name="Graphic 14">
            <a:extLst>
              <a:ext uri="{FF2B5EF4-FFF2-40B4-BE49-F238E27FC236}">
                <a16:creationId xmlns:a16="http://schemas.microsoft.com/office/drawing/2014/main" id="{D2636CDF-5815-6353-A3EA-D1C387B55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10083248" y="1698654"/>
            <a:ext cx="378000" cy="3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85" name="Graphic 18">
            <a:extLst>
              <a:ext uri="{FF2B5EF4-FFF2-40B4-BE49-F238E27FC236}">
                <a16:creationId xmlns:a16="http://schemas.microsoft.com/office/drawing/2014/main" id="{42F40A76-D375-42BA-465A-D19A4CD5E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8782112" y="1704009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6486" name="Straight Arrow Connector 56485">
            <a:extLst>
              <a:ext uri="{FF2B5EF4-FFF2-40B4-BE49-F238E27FC236}">
                <a16:creationId xmlns:a16="http://schemas.microsoft.com/office/drawing/2014/main" id="{46C3E240-C46B-C9E3-1971-65342DA67155}"/>
              </a:ext>
            </a:extLst>
          </p:cNvPr>
          <p:cNvCxnSpPr>
            <a:cxnSpLocks/>
          </p:cNvCxnSpPr>
          <p:nvPr/>
        </p:nvCxnSpPr>
        <p:spPr>
          <a:xfrm>
            <a:off x="1242250" y="2250922"/>
            <a:ext cx="1476693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87" name="TextBox 11">
            <a:extLst>
              <a:ext uri="{FF2B5EF4-FFF2-40B4-BE49-F238E27FC236}">
                <a16:creationId xmlns:a16="http://schemas.microsoft.com/office/drawing/2014/main" id="{92ACDD04-69C5-0C28-268C-762C1F039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991" y="4303268"/>
            <a:ext cx="536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89" name="TextBox 11">
            <a:extLst>
              <a:ext uri="{FF2B5EF4-FFF2-40B4-BE49-F238E27FC236}">
                <a16:creationId xmlns:a16="http://schemas.microsoft.com/office/drawing/2014/main" id="{D3F19596-36F5-DFEB-C56D-4BDE4C754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3637" y="4269276"/>
            <a:ext cx="6747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Fargate</a:t>
            </a:r>
          </a:p>
        </p:txBody>
      </p:sp>
      <p:pic>
        <p:nvPicPr>
          <p:cNvPr id="56491" name="Graphic 14">
            <a:extLst>
              <a:ext uri="{FF2B5EF4-FFF2-40B4-BE49-F238E27FC236}">
                <a16:creationId xmlns:a16="http://schemas.microsoft.com/office/drawing/2014/main" id="{7332C871-FE09-95DB-7542-B47A2CD39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10099942" y="3918288"/>
            <a:ext cx="378000" cy="3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92" name="Graphic 18">
            <a:extLst>
              <a:ext uri="{FF2B5EF4-FFF2-40B4-BE49-F238E27FC236}">
                <a16:creationId xmlns:a16="http://schemas.microsoft.com/office/drawing/2014/main" id="{A815B8AD-509C-7719-A441-5C8067304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8809488" y="3909144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95" name="Picture 5649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6A62FF52-704F-3ABB-A3BE-9C30E9AF7F7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0630" y="4154222"/>
            <a:ext cx="909288" cy="372808"/>
          </a:xfrm>
          <a:prstGeom prst="rect">
            <a:avLst/>
          </a:prstGeom>
        </p:spPr>
      </p:pic>
      <p:cxnSp>
        <p:nvCxnSpPr>
          <p:cNvPr id="56496" name="Straight Arrow Connector 56495">
            <a:extLst>
              <a:ext uri="{FF2B5EF4-FFF2-40B4-BE49-F238E27FC236}">
                <a16:creationId xmlns:a16="http://schemas.microsoft.com/office/drawing/2014/main" id="{5FCB1B27-8E59-1BEE-E2AF-DAA9017C12A5}"/>
              </a:ext>
            </a:extLst>
          </p:cNvPr>
          <p:cNvCxnSpPr>
            <a:cxnSpLocks/>
          </p:cNvCxnSpPr>
          <p:nvPr/>
        </p:nvCxnSpPr>
        <p:spPr>
          <a:xfrm>
            <a:off x="1227890" y="3818058"/>
            <a:ext cx="2299002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02" name="Straight Arrow Connector 56501">
            <a:extLst>
              <a:ext uri="{FF2B5EF4-FFF2-40B4-BE49-F238E27FC236}">
                <a16:creationId xmlns:a16="http://schemas.microsoft.com/office/drawing/2014/main" id="{EDFA5623-AA0F-9F48-115F-0B25680B1AE1}"/>
              </a:ext>
            </a:extLst>
          </p:cNvPr>
          <p:cNvCxnSpPr>
            <a:cxnSpLocks/>
          </p:cNvCxnSpPr>
          <p:nvPr/>
        </p:nvCxnSpPr>
        <p:spPr>
          <a:xfrm>
            <a:off x="6897989" y="2542626"/>
            <a:ext cx="0" cy="41265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10" name="Straight Arrow Connector 56509">
            <a:extLst>
              <a:ext uri="{FF2B5EF4-FFF2-40B4-BE49-F238E27FC236}">
                <a16:creationId xmlns:a16="http://schemas.microsoft.com/office/drawing/2014/main" id="{A1BEB168-0F6F-0B6E-16F1-18929902AD05}"/>
              </a:ext>
            </a:extLst>
          </p:cNvPr>
          <p:cNvCxnSpPr>
            <a:cxnSpLocks/>
          </p:cNvCxnSpPr>
          <p:nvPr/>
        </p:nvCxnSpPr>
        <p:spPr>
          <a:xfrm flipH="1">
            <a:off x="6918901" y="3508621"/>
            <a:ext cx="1044" cy="458357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11" name="Straight Arrow Connector 56510">
            <a:extLst>
              <a:ext uri="{FF2B5EF4-FFF2-40B4-BE49-F238E27FC236}">
                <a16:creationId xmlns:a16="http://schemas.microsoft.com/office/drawing/2014/main" id="{444500C3-ED4A-27E3-1015-89F5096C4975}"/>
              </a:ext>
            </a:extLst>
          </p:cNvPr>
          <p:cNvCxnSpPr>
            <a:cxnSpLocks/>
          </p:cNvCxnSpPr>
          <p:nvPr/>
        </p:nvCxnSpPr>
        <p:spPr>
          <a:xfrm>
            <a:off x="6921175" y="4516463"/>
            <a:ext cx="0" cy="373372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48" name="Straight Arrow Connector 56347">
            <a:extLst>
              <a:ext uri="{FF2B5EF4-FFF2-40B4-BE49-F238E27FC236}">
                <a16:creationId xmlns:a16="http://schemas.microsoft.com/office/drawing/2014/main" id="{0C394B8D-CC18-A8E6-E411-CAC8037CD7C0}"/>
              </a:ext>
            </a:extLst>
          </p:cNvPr>
          <p:cNvCxnSpPr>
            <a:cxnSpLocks/>
          </p:cNvCxnSpPr>
          <p:nvPr/>
        </p:nvCxnSpPr>
        <p:spPr>
          <a:xfrm flipV="1">
            <a:off x="1245678" y="3234442"/>
            <a:ext cx="1618193" cy="176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50" name="Straight Arrow Connector 56349">
            <a:extLst>
              <a:ext uri="{FF2B5EF4-FFF2-40B4-BE49-F238E27FC236}">
                <a16:creationId xmlns:a16="http://schemas.microsoft.com/office/drawing/2014/main" id="{E52C15E8-F063-24A8-F1FF-03255574F86A}"/>
              </a:ext>
            </a:extLst>
          </p:cNvPr>
          <p:cNvCxnSpPr>
            <a:cxnSpLocks/>
          </p:cNvCxnSpPr>
          <p:nvPr/>
        </p:nvCxnSpPr>
        <p:spPr>
          <a:xfrm>
            <a:off x="3345535" y="1467033"/>
            <a:ext cx="6256920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52" name="Straight Arrow Connector 56351">
            <a:extLst>
              <a:ext uri="{FF2B5EF4-FFF2-40B4-BE49-F238E27FC236}">
                <a16:creationId xmlns:a16="http://schemas.microsoft.com/office/drawing/2014/main" id="{2A14C6DD-E22F-1B29-BABB-E422A4766F3A}"/>
              </a:ext>
            </a:extLst>
          </p:cNvPr>
          <p:cNvCxnSpPr>
            <a:cxnSpLocks/>
          </p:cNvCxnSpPr>
          <p:nvPr/>
        </p:nvCxnSpPr>
        <p:spPr>
          <a:xfrm flipH="1">
            <a:off x="3337014" y="1453281"/>
            <a:ext cx="12478" cy="1802209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55" name="Straight Arrow Connector 56354">
            <a:extLst>
              <a:ext uri="{FF2B5EF4-FFF2-40B4-BE49-F238E27FC236}">
                <a16:creationId xmlns:a16="http://schemas.microsoft.com/office/drawing/2014/main" id="{81ED9363-1CE9-7A01-9FD4-0E45041FC71E}"/>
              </a:ext>
            </a:extLst>
          </p:cNvPr>
          <p:cNvCxnSpPr>
            <a:cxnSpLocks/>
          </p:cNvCxnSpPr>
          <p:nvPr/>
        </p:nvCxnSpPr>
        <p:spPr>
          <a:xfrm flipV="1">
            <a:off x="3231086" y="3258935"/>
            <a:ext cx="122400" cy="233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73" name="Straight Arrow Connector 56372">
            <a:extLst>
              <a:ext uri="{FF2B5EF4-FFF2-40B4-BE49-F238E27FC236}">
                <a16:creationId xmlns:a16="http://schemas.microsoft.com/office/drawing/2014/main" id="{739D5AAE-8CF9-1F41-D003-721B6DE70428}"/>
              </a:ext>
            </a:extLst>
          </p:cNvPr>
          <p:cNvCxnSpPr>
            <a:cxnSpLocks/>
          </p:cNvCxnSpPr>
          <p:nvPr/>
        </p:nvCxnSpPr>
        <p:spPr>
          <a:xfrm>
            <a:off x="4331485" y="1467033"/>
            <a:ext cx="0" cy="274671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80" name="Straight Arrow Connector 56379">
            <a:extLst>
              <a:ext uri="{FF2B5EF4-FFF2-40B4-BE49-F238E27FC236}">
                <a16:creationId xmlns:a16="http://schemas.microsoft.com/office/drawing/2014/main" id="{DC1F49A9-DB2A-8E8C-FF18-1373090077E5}"/>
              </a:ext>
            </a:extLst>
          </p:cNvPr>
          <p:cNvCxnSpPr>
            <a:cxnSpLocks/>
          </p:cNvCxnSpPr>
          <p:nvPr/>
        </p:nvCxnSpPr>
        <p:spPr>
          <a:xfrm>
            <a:off x="6952753" y="1476024"/>
            <a:ext cx="0" cy="274671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81" name="Straight Arrow Connector 56380">
            <a:extLst>
              <a:ext uri="{FF2B5EF4-FFF2-40B4-BE49-F238E27FC236}">
                <a16:creationId xmlns:a16="http://schemas.microsoft.com/office/drawing/2014/main" id="{7950EF19-0EDF-3A64-A9F9-6BA93804682E}"/>
              </a:ext>
            </a:extLst>
          </p:cNvPr>
          <p:cNvCxnSpPr>
            <a:cxnSpLocks/>
          </p:cNvCxnSpPr>
          <p:nvPr/>
        </p:nvCxnSpPr>
        <p:spPr>
          <a:xfrm>
            <a:off x="9593853" y="1476024"/>
            <a:ext cx="0" cy="274671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395" name="Graphic 56394">
            <a:extLst>
              <a:ext uri="{FF2B5EF4-FFF2-40B4-BE49-F238E27FC236}">
                <a16:creationId xmlns:a16="http://schemas.microsoft.com/office/drawing/2014/main" id="{9CDFDAE6-6F06-8DD4-A845-70FF8B38773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589686" y="1327767"/>
            <a:ext cx="381000" cy="381000"/>
          </a:xfrm>
          <a:prstGeom prst="rect">
            <a:avLst/>
          </a:prstGeom>
        </p:spPr>
      </p:pic>
      <p:sp>
        <p:nvSpPr>
          <p:cNvPr id="56399" name="Rectangle 56398">
            <a:extLst>
              <a:ext uri="{FF2B5EF4-FFF2-40B4-BE49-F238E27FC236}">
                <a16:creationId xmlns:a16="http://schemas.microsoft.com/office/drawing/2014/main" id="{FADAFBF4-A7A7-2DEA-D1DC-FB2178ADAE0A}"/>
              </a:ext>
            </a:extLst>
          </p:cNvPr>
          <p:cNvSpPr/>
          <p:nvPr/>
        </p:nvSpPr>
        <p:spPr>
          <a:xfrm>
            <a:off x="3775312" y="2335959"/>
            <a:ext cx="1187222" cy="3266059"/>
          </a:xfrm>
          <a:prstGeom prst="rect">
            <a:avLst/>
          </a:prstGeom>
          <a:noFill/>
          <a:ln w="1587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00" name="Rectangle 56399">
            <a:extLst>
              <a:ext uri="{FF2B5EF4-FFF2-40B4-BE49-F238E27FC236}">
                <a16:creationId xmlns:a16="http://schemas.microsoft.com/office/drawing/2014/main" id="{E52CF3B1-B111-356C-7DDF-AB6DE7CFB271}"/>
              </a:ext>
            </a:extLst>
          </p:cNvPr>
          <p:cNvSpPr/>
          <p:nvPr/>
        </p:nvSpPr>
        <p:spPr>
          <a:xfrm>
            <a:off x="3994131" y="2792133"/>
            <a:ext cx="805798" cy="368221"/>
          </a:xfrm>
          <a:prstGeom prst="rect">
            <a:avLst/>
          </a:prstGeom>
          <a:noFill/>
          <a:ln w="1587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01" name="Rectangle 56400">
            <a:extLst>
              <a:ext uri="{FF2B5EF4-FFF2-40B4-BE49-F238E27FC236}">
                <a16:creationId xmlns:a16="http://schemas.microsoft.com/office/drawing/2014/main" id="{16AD429B-531E-7A88-48E2-7ABCC1E0BA04}"/>
              </a:ext>
            </a:extLst>
          </p:cNvPr>
          <p:cNvSpPr/>
          <p:nvPr/>
        </p:nvSpPr>
        <p:spPr>
          <a:xfrm>
            <a:off x="3985940" y="3700040"/>
            <a:ext cx="805798" cy="368221"/>
          </a:xfrm>
          <a:prstGeom prst="rect">
            <a:avLst/>
          </a:prstGeom>
          <a:noFill/>
          <a:ln w="1587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03" name="Rectangle 56402">
            <a:extLst>
              <a:ext uri="{FF2B5EF4-FFF2-40B4-BE49-F238E27FC236}">
                <a16:creationId xmlns:a16="http://schemas.microsoft.com/office/drawing/2014/main" id="{10C3EB64-E7E0-A29D-23A6-A1CDBE76F821}"/>
              </a:ext>
            </a:extLst>
          </p:cNvPr>
          <p:cNvSpPr/>
          <p:nvPr/>
        </p:nvSpPr>
        <p:spPr>
          <a:xfrm>
            <a:off x="3985940" y="4775511"/>
            <a:ext cx="805798" cy="368221"/>
          </a:xfrm>
          <a:prstGeom prst="rect">
            <a:avLst/>
          </a:prstGeom>
          <a:noFill/>
          <a:ln w="1587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05" name="TextBox 11">
            <a:extLst>
              <a:ext uri="{FF2B5EF4-FFF2-40B4-BE49-F238E27FC236}">
                <a16:creationId xmlns:a16="http://schemas.microsoft.com/office/drawing/2014/main" id="{C800A433-E10A-44D4-56AA-961307163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5999" y="2389702"/>
            <a:ext cx="3723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56406" name="Straight Arrow Connector 56405">
            <a:extLst>
              <a:ext uri="{FF2B5EF4-FFF2-40B4-BE49-F238E27FC236}">
                <a16:creationId xmlns:a16="http://schemas.microsoft.com/office/drawing/2014/main" id="{DD87AEA0-55FF-8E29-B301-22BF0BE1E386}"/>
              </a:ext>
            </a:extLst>
          </p:cNvPr>
          <p:cNvCxnSpPr>
            <a:cxnSpLocks/>
            <a:stCxn id="56400" idx="2"/>
            <a:endCxn id="56401" idx="0"/>
          </p:cNvCxnSpPr>
          <p:nvPr/>
        </p:nvCxnSpPr>
        <p:spPr>
          <a:xfrm flipH="1">
            <a:off x="4388839" y="3160354"/>
            <a:ext cx="8191" cy="539686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10" name="Straight Arrow Connector 56409">
            <a:extLst>
              <a:ext uri="{FF2B5EF4-FFF2-40B4-BE49-F238E27FC236}">
                <a16:creationId xmlns:a16="http://schemas.microsoft.com/office/drawing/2014/main" id="{3C3DBFE4-40AA-909C-80CF-6212FE7BA964}"/>
              </a:ext>
            </a:extLst>
          </p:cNvPr>
          <p:cNvCxnSpPr>
            <a:cxnSpLocks/>
            <a:endCxn id="56403" idx="0"/>
          </p:cNvCxnSpPr>
          <p:nvPr/>
        </p:nvCxnSpPr>
        <p:spPr>
          <a:xfrm flipH="1">
            <a:off x="4388839" y="4076973"/>
            <a:ext cx="2359" cy="698538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13" name="TextBox 11">
            <a:extLst>
              <a:ext uri="{FF2B5EF4-FFF2-40B4-BE49-F238E27FC236}">
                <a16:creationId xmlns:a16="http://schemas.microsoft.com/office/drawing/2014/main" id="{48588A1B-3648-3865-CB1A-F5E6F32B4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60" y="3134790"/>
            <a:ext cx="5202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15" name="TextBox 11">
            <a:extLst>
              <a:ext uri="{FF2B5EF4-FFF2-40B4-BE49-F238E27FC236}">
                <a16:creationId xmlns:a16="http://schemas.microsoft.com/office/drawing/2014/main" id="{BB64E875-35D8-69A8-1D11-58C960CD2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576" y="4049694"/>
            <a:ext cx="5202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Clean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16" name="TextBox 11">
            <a:extLst>
              <a:ext uri="{FF2B5EF4-FFF2-40B4-BE49-F238E27FC236}">
                <a16:creationId xmlns:a16="http://schemas.microsoft.com/office/drawing/2014/main" id="{EF3D9EF1-40BD-BD86-B04F-14D3038EA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152" y="5122778"/>
            <a:ext cx="87524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Features &amp; Labels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19" name="TextBox 11">
            <a:extLst>
              <a:ext uri="{FF2B5EF4-FFF2-40B4-BE49-F238E27FC236}">
                <a16:creationId xmlns:a16="http://schemas.microsoft.com/office/drawing/2014/main" id="{A8B5A7FB-39EE-44FA-ED19-70E9CC9B973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163603" y="4195667"/>
            <a:ext cx="9033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Feature Engineering</a:t>
            </a:r>
          </a:p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20" name="TextBox 11">
            <a:extLst>
              <a:ext uri="{FF2B5EF4-FFF2-40B4-BE49-F238E27FC236}">
                <a16:creationId xmlns:a16="http://schemas.microsoft.com/office/drawing/2014/main" id="{38BEA09D-C6F8-5C63-AF93-143321181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6362" y="1689244"/>
            <a:ext cx="5362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27" name="TextBox 11">
            <a:extLst>
              <a:ext uri="{FF2B5EF4-FFF2-40B4-BE49-F238E27FC236}">
                <a16:creationId xmlns:a16="http://schemas.microsoft.com/office/drawing/2014/main" id="{3BBEF276-613A-9801-51CF-B745B9F6C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2821" y="2591555"/>
            <a:ext cx="122220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Retrieve Best Model</a:t>
            </a:r>
          </a:p>
        </p:txBody>
      </p:sp>
      <p:sp>
        <p:nvSpPr>
          <p:cNvPr id="56428" name="Rectangle 56427">
            <a:extLst>
              <a:ext uri="{FF2B5EF4-FFF2-40B4-BE49-F238E27FC236}">
                <a16:creationId xmlns:a16="http://schemas.microsoft.com/office/drawing/2014/main" id="{622E96C8-75D5-0E1D-7100-C5E7C042F20C}"/>
              </a:ext>
            </a:extLst>
          </p:cNvPr>
          <p:cNvSpPr/>
          <p:nvPr/>
        </p:nvSpPr>
        <p:spPr>
          <a:xfrm>
            <a:off x="9072042" y="2565299"/>
            <a:ext cx="1105628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31" name="TextBox 11">
            <a:extLst>
              <a:ext uri="{FF2B5EF4-FFF2-40B4-BE49-F238E27FC236}">
                <a16:creationId xmlns:a16="http://schemas.microsoft.com/office/drawing/2014/main" id="{1C0ADD63-74B7-D07A-9972-0685DA4BA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5341" y="2129867"/>
            <a:ext cx="96636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Prepare Data</a:t>
            </a:r>
          </a:p>
        </p:txBody>
      </p:sp>
      <p:sp>
        <p:nvSpPr>
          <p:cNvPr id="56432" name="Rectangle 56431">
            <a:extLst>
              <a:ext uri="{FF2B5EF4-FFF2-40B4-BE49-F238E27FC236}">
                <a16:creationId xmlns:a16="http://schemas.microsoft.com/office/drawing/2014/main" id="{DFCBBE08-1AAA-8F23-F791-1DC25A0083C2}"/>
              </a:ext>
            </a:extLst>
          </p:cNvPr>
          <p:cNvSpPr/>
          <p:nvPr/>
        </p:nvSpPr>
        <p:spPr>
          <a:xfrm>
            <a:off x="9198905" y="2128235"/>
            <a:ext cx="805798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433" name="Straight Arrow Connector 56432">
            <a:extLst>
              <a:ext uri="{FF2B5EF4-FFF2-40B4-BE49-F238E27FC236}">
                <a16:creationId xmlns:a16="http://schemas.microsoft.com/office/drawing/2014/main" id="{36406CC4-3463-9B5F-CF0E-05041B5259B3}"/>
              </a:ext>
            </a:extLst>
          </p:cNvPr>
          <p:cNvCxnSpPr>
            <a:cxnSpLocks/>
          </p:cNvCxnSpPr>
          <p:nvPr/>
        </p:nvCxnSpPr>
        <p:spPr>
          <a:xfrm>
            <a:off x="8431232" y="2440977"/>
            <a:ext cx="0" cy="267872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36" name="Straight Arrow Connector 56435">
            <a:extLst>
              <a:ext uri="{FF2B5EF4-FFF2-40B4-BE49-F238E27FC236}">
                <a16:creationId xmlns:a16="http://schemas.microsoft.com/office/drawing/2014/main" id="{48FB91CC-4885-9108-E3A2-4E8A1BED3248}"/>
              </a:ext>
            </a:extLst>
          </p:cNvPr>
          <p:cNvCxnSpPr>
            <a:cxnSpLocks/>
          </p:cNvCxnSpPr>
          <p:nvPr/>
        </p:nvCxnSpPr>
        <p:spPr>
          <a:xfrm>
            <a:off x="8425053" y="2700898"/>
            <a:ext cx="645875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39" name="TextBox 11">
            <a:extLst>
              <a:ext uri="{FF2B5EF4-FFF2-40B4-BE49-F238E27FC236}">
                <a16:creationId xmlns:a16="http://schemas.microsoft.com/office/drawing/2014/main" id="{A9C175F2-16C4-8515-D4E1-AF280BF6F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4936" y="2988533"/>
            <a:ext cx="115782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Batch Inference</a:t>
            </a:r>
          </a:p>
        </p:txBody>
      </p:sp>
      <p:sp>
        <p:nvSpPr>
          <p:cNvPr id="56440" name="Rectangle 56439">
            <a:extLst>
              <a:ext uri="{FF2B5EF4-FFF2-40B4-BE49-F238E27FC236}">
                <a16:creationId xmlns:a16="http://schemas.microsoft.com/office/drawing/2014/main" id="{47DD9CBC-22D7-01F7-D7C1-5D3FC70DD540}"/>
              </a:ext>
            </a:extLst>
          </p:cNvPr>
          <p:cNvSpPr/>
          <p:nvPr/>
        </p:nvSpPr>
        <p:spPr>
          <a:xfrm>
            <a:off x="9125341" y="2986724"/>
            <a:ext cx="979283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442" name="Straight Arrow Connector 56441">
            <a:extLst>
              <a:ext uri="{FF2B5EF4-FFF2-40B4-BE49-F238E27FC236}">
                <a16:creationId xmlns:a16="http://schemas.microsoft.com/office/drawing/2014/main" id="{FD73561C-7D70-D090-DC76-BE4861A01045}"/>
              </a:ext>
            </a:extLst>
          </p:cNvPr>
          <p:cNvCxnSpPr>
            <a:cxnSpLocks/>
          </p:cNvCxnSpPr>
          <p:nvPr/>
        </p:nvCxnSpPr>
        <p:spPr>
          <a:xfrm>
            <a:off x="9602455" y="2384257"/>
            <a:ext cx="0" cy="186196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46" name="Straight Arrow Connector 56445">
            <a:extLst>
              <a:ext uri="{FF2B5EF4-FFF2-40B4-BE49-F238E27FC236}">
                <a16:creationId xmlns:a16="http://schemas.microsoft.com/office/drawing/2014/main" id="{C323A21A-DE09-E1E5-B359-2D834A52A5CD}"/>
              </a:ext>
            </a:extLst>
          </p:cNvPr>
          <p:cNvCxnSpPr>
            <a:cxnSpLocks/>
          </p:cNvCxnSpPr>
          <p:nvPr/>
        </p:nvCxnSpPr>
        <p:spPr>
          <a:xfrm>
            <a:off x="9602455" y="2819026"/>
            <a:ext cx="0" cy="15615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15" name="TextBox 11">
            <a:extLst>
              <a:ext uri="{FF2B5EF4-FFF2-40B4-BE49-F238E27FC236}">
                <a16:creationId xmlns:a16="http://schemas.microsoft.com/office/drawing/2014/main" id="{6EF0E265-50A2-4513-0A19-21DA02C32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606" y="3022257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Push</a:t>
            </a:r>
          </a:p>
        </p:txBody>
      </p:sp>
      <p:sp>
        <p:nvSpPr>
          <p:cNvPr id="56516" name="TextBox 11">
            <a:extLst>
              <a:ext uri="{FF2B5EF4-FFF2-40B4-BE49-F238E27FC236}">
                <a16:creationId xmlns:a16="http://schemas.microsoft.com/office/drawing/2014/main" id="{A11DDEE9-6BB2-355B-3A70-5FE1BBCBE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083" y="1489972"/>
            <a:ext cx="57128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Pull</a:t>
            </a:r>
          </a:p>
        </p:txBody>
      </p:sp>
      <p:sp>
        <p:nvSpPr>
          <p:cNvPr id="56517" name="TextBox 11">
            <a:extLst>
              <a:ext uri="{FF2B5EF4-FFF2-40B4-BE49-F238E27FC236}">
                <a16:creationId xmlns:a16="http://schemas.microsoft.com/office/drawing/2014/main" id="{B4CC35A8-D5CC-15CF-D294-858828C8F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7322" y="1490896"/>
            <a:ext cx="57128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Pull</a:t>
            </a:r>
          </a:p>
        </p:txBody>
      </p:sp>
      <p:sp>
        <p:nvSpPr>
          <p:cNvPr id="56518" name="TextBox 11">
            <a:extLst>
              <a:ext uri="{FF2B5EF4-FFF2-40B4-BE49-F238E27FC236}">
                <a16:creationId xmlns:a16="http://schemas.microsoft.com/office/drawing/2014/main" id="{C06F3FCA-5AE2-5BD9-DB9C-241A0BA51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1818" y="2247138"/>
            <a:ext cx="3723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56526" name="Straight Arrow Connector 56525">
            <a:extLst>
              <a:ext uri="{FF2B5EF4-FFF2-40B4-BE49-F238E27FC236}">
                <a16:creationId xmlns:a16="http://schemas.microsoft.com/office/drawing/2014/main" id="{84AC265E-2A53-3C5D-115A-0973C3696BCB}"/>
              </a:ext>
            </a:extLst>
          </p:cNvPr>
          <p:cNvCxnSpPr>
            <a:cxnSpLocks/>
          </p:cNvCxnSpPr>
          <p:nvPr/>
        </p:nvCxnSpPr>
        <p:spPr>
          <a:xfrm>
            <a:off x="8437725" y="3113676"/>
            <a:ext cx="687616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28" name="Straight Arrow Connector 56527">
            <a:extLst>
              <a:ext uri="{FF2B5EF4-FFF2-40B4-BE49-F238E27FC236}">
                <a16:creationId xmlns:a16="http://schemas.microsoft.com/office/drawing/2014/main" id="{899F9480-5461-9864-D731-666674638DF8}"/>
              </a:ext>
            </a:extLst>
          </p:cNvPr>
          <p:cNvCxnSpPr>
            <a:cxnSpLocks/>
          </p:cNvCxnSpPr>
          <p:nvPr/>
        </p:nvCxnSpPr>
        <p:spPr>
          <a:xfrm flipH="1">
            <a:off x="8439906" y="3113697"/>
            <a:ext cx="1221" cy="3060017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30" name="Straight Arrow Connector 56529">
            <a:extLst>
              <a:ext uri="{FF2B5EF4-FFF2-40B4-BE49-F238E27FC236}">
                <a16:creationId xmlns:a16="http://schemas.microsoft.com/office/drawing/2014/main" id="{77F56B95-0E67-8310-39EC-4FD189E1EC8F}"/>
              </a:ext>
            </a:extLst>
          </p:cNvPr>
          <p:cNvCxnSpPr>
            <a:cxnSpLocks/>
          </p:cNvCxnSpPr>
          <p:nvPr/>
        </p:nvCxnSpPr>
        <p:spPr>
          <a:xfrm>
            <a:off x="5736551" y="6127838"/>
            <a:ext cx="2716410" cy="43643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32" name="Straight Arrow Connector 56531">
            <a:extLst>
              <a:ext uri="{FF2B5EF4-FFF2-40B4-BE49-F238E27FC236}">
                <a16:creationId xmlns:a16="http://schemas.microsoft.com/office/drawing/2014/main" id="{71135981-6790-B227-6DFE-40813FFA1D18}"/>
              </a:ext>
            </a:extLst>
          </p:cNvPr>
          <p:cNvCxnSpPr>
            <a:cxnSpLocks/>
          </p:cNvCxnSpPr>
          <p:nvPr/>
        </p:nvCxnSpPr>
        <p:spPr>
          <a:xfrm>
            <a:off x="5743355" y="5521628"/>
            <a:ext cx="0" cy="617053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35" name="Straight Arrow Connector 56534">
            <a:extLst>
              <a:ext uri="{FF2B5EF4-FFF2-40B4-BE49-F238E27FC236}">
                <a16:creationId xmlns:a16="http://schemas.microsoft.com/office/drawing/2014/main" id="{ED57E3E5-DB96-45C0-1EFE-EE73DE51EA58}"/>
              </a:ext>
            </a:extLst>
          </p:cNvPr>
          <p:cNvCxnSpPr>
            <a:cxnSpLocks/>
          </p:cNvCxnSpPr>
          <p:nvPr/>
        </p:nvCxnSpPr>
        <p:spPr>
          <a:xfrm flipH="1">
            <a:off x="5179236" y="5526597"/>
            <a:ext cx="564119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39" name="TextBox 11">
            <a:extLst>
              <a:ext uri="{FF2B5EF4-FFF2-40B4-BE49-F238E27FC236}">
                <a16:creationId xmlns:a16="http://schemas.microsoft.com/office/drawing/2014/main" id="{A3D02643-9AC3-8885-B5A8-28960DB40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5192" y="4650908"/>
            <a:ext cx="6723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Push Model</a:t>
            </a:r>
          </a:p>
        </p:txBody>
      </p:sp>
      <p:cxnSp>
        <p:nvCxnSpPr>
          <p:cNvPr id="56540" name="Straight Arrow Connector 56539">
            <a:extLst>
              <a:ext uri="{FF2B5EF4-FFF2-40B4-BE49-F238E27FC236}">
                <a16:creationId xmlns:a16="http://schemas.microsoft.com/office/drawing/2014/main" id="{44F1028D-3103-A3A1-6EA4-0E39D029F747}"/>
              </a:ext>
            </a:extLst>
          </p:cNvPr>
          <p:cNvCxnSpPr>
            <a:cxnSpLocks/>
          </p:cNvCxnSpPr>
          <p:nvPr/>
        </p:nvCxnSpPr>
        <p:spPr>
          <a:xfrm flipH="1" flipV="1">
            <a:off x="10467148" y="2353835"/>
            <a:ext cx="1201392" cy="4739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44" name="TextBox 11">
            <a:extLst>
              <a:ext uri="{FF2B5EF4-FFF2-40B4-BE49-F238E27FC236}">
                <a16:creationId xmlns:a16="http://schemas.microsoft.com/office/drawing/2014/main" id="{45F80197-0F2C-F1C7-55BC-7E54F424F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8197" y="4898042"/>
            <a:ext cx="122220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Calculate Metrics</a:t>
            </a:r>
          </a:p>
        </p:txBody>
      </p:sp>
      <p:sp>
        <p:nvSpPr>
          <p:cNvPr id="56545" name="TextBox 11">
            <a:extLst>
              <a:ext uri="{FF2B5EF4-FFF2-40B4-BE49-F238E27FC236}">
                <a16:creationId xmlns:a16="http://schemas.microsoft.com/office/drawing/2014/main" id="{9692DC44-4107-01AF-CA04-1F4DF4EA5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0669" y="4396323"/>
            <a:ext cx="96636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Fetch Predictions</a:t>
            </a:r>
          </a:p>
        </p:txBody>
      </p:sp>
      <p:sp>
        <p:nvSpPr>
          <p:cNvPr id="56546" name="Rectangle 56545">
            <a:extLst>
              <a:ext uri="{FF2B5EF4-FFF2-40B4-BE49-F238E27FC236}">
                <a16:creationId xmlns:a16="http://schemas.microsoft.com/office/drawing/2014/main" id="{F264DE7A-BAC8-C9E7-E1D7-0809D80E17D7}"/>
              </a:ext>
            </a:extLst>
          </p:cNvPr>
          <p:cNvSpPr/>
          <p:nvPr/>
        </p:nvSpPr>
        <p:spPr>
          <a:xfrm>
            <a:off x="9216330" y="4434722"/>
            <a:ext cx="805798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547" name="TextBox 11">
            <a:extLst>
              <a:ext uri="{FF2B5EF4-FFF2-40B4-BE49-F238E27FC236}">
                <a16:creationId xmlns:a16="http://schemas.microsoft.com/office/drawing/2014/main" id="{85D48ED9-ABCE-4073-19CF-B0160CEEA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0312" y="5295020"/>
            <a:ext cx="115782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Compare threshold</a:t>
            </a:r>
          </a:p>
        </p:txBody>
      </p:sp>
      <p:sp>
        <p:nvSpPr>
          <p:cNvPr id="56548" name="Rectangle 56547">
            <a:extLst>
              <a:ext uri="{FF2B5EF4-FFF2-40B4-BE49-F238E27FC236}">
                <a16:creationId xmlns:a16="http://schemas.microsoft.com/office/drawing/2014/main" id="{8E61A00B-CBF5-153F-1C8C-64CE47BD513A}"/>
              </a:ext>
            </a:extLst>
          </p:cNvPr>
          <p:cNvSpPr/>
          <p:nvPr/>
        </p:nvSpPr>
        <p:spPr>
          <a:xfrm>
            <a:off x="9125341" y="5293211"/>
            <a:ext cx="1068231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549" name="Straight Arrow Connector 56548">
            <a:extLst>
              <a:ext uri="{FF2B5EF4-FFF2-40B4-BE49-F238E27FC236}">
                <a16:creationId xmlns:a16="http://schemas.microsoft.com/office/drawing/2014/main" id="{E6BA6D21-F8B2-357E-E1BB-8DD1119EAA1C}"/>
              </a:ext>
            </a:extLst>
          </p:cNvPr>
          <p:cNvCxnSpPr>
            <a:cxnSpLocks/>
          </p:cNvCxnSpPr>
          <p:nvPr/>
        </p:nvCxnSpPr>
        <p:spPr>
          <a:xfrm>
            <a:off x="9627831" y="5125513"/>
            <a:ext cx="0" cy="15615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50" name="Rectangle 56549">
            <a:extLst>
              <a:ext uri="{FF2B5EF4-FFF2-40B4-BE49-F238E27FC236}">
                <a16:creationId xmlns:a16="http://schemas.microsoft.com/office/drawing/2014/main" id="{A9C138A2-778D-13B1-C06C-246C1D905969}"/>
              </a:ext>
            </a:extLst>
          </p:cNvPr>
          <p:cNvSpPr/>
          <p:nvPr/>
        </p:nvSpPr>
        <p:spPr>
          <a:xfrm>
            <a:off x="9103273" y="4871554"/>
            <a:ext cx="1105628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551" name="Straight Arrow Connector 56550">
            <a:extLst>
              <a:ext uri="{FF2B5EF4-FFF2-40B4-BE49-F238E27FC236}">
                <a16:creationId xmlns:a16="http://schemas.microsoft.com/office/drawing/2014/main" id="{9B488C8C-097C-2465-7185-B8C39733B45E}"/>
              </a:ext>
            </a:extLst>
          </p:cNvPr>
          <p:cNvCxnSpPr>
            <a:cxnSpLocks/>
          </p:cNvCxnSpPr>
          <p:nvPr/>
        </p:nvCxnSpPr>
        <p:spPr>
          <a:xfrm>
            <a:off x="9633686" y="4690512"/>
            <a:ext cx="0" cy="186196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56" name="Straight Arrow Connector 56555">
            <a:extLst>
              <a:ext uri="{FF2B5EF4-FFF2-40B4-BE49-F238E27FC236}">
                <a16:creationId xmlns:a16="http://schemas.microsoft.com/office/drawing/2014/main" id="{A5737E12-AB76-A4FF-AEB1-6DB84FFC6909}"/>
              </a:ext>
            </a:extLst>
          </p:cNvPr>
          <p:cNvCxnSpPr>
            <a:cxnSpLocks/>
          </p:cNvCxnSpPr>
          <p:nvPr/>
        </p:nvCxnSpPr>
        <p:spPr>
          <a:xfrm>
            <a:off x="8440914" y="5445797"/>
            <a:ext cx="666493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558" name="Picture 56557" descr="A blue whale with a blue tail&#10;&#10;AI-generated content may be incorrect.">
            <a:extLst>
              <a:ext uri="{FF2B5EF4-FFF2-40B4-BE49-F238E27FC236}">
                <a16:creationId xmlns:a16="http://schemas.microsoft.com/office/drawing/2014/main" id="{4FB752CD-422F-8334-1155-E6566A580FD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17833" y="3201061"/>
            <a:ext cx="391638" cy="391638"/>
          </a:xfrm>
          <a:prstGeom prst="rect">
            <a:avLst/>
          </a:prstGeom>
        </p:spPr>
      </p:pic>
      <p:sp>
        <p:nvSpPr>
          <p:cNvPr id="56560" name="TextBox 11">
            <a:extLst>
              <a:ext uri="{FF2B5EF4-FFF2-40B4-BE49-F238E27FC236}">
                <a16:creationId xmlns:a16="http://schemas.microsoft.com/office/drawing/2014/main" id="{E8293671-AF6E-172B-835F-122FE747C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407" y="2035478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apply</a:t>
            </a:r>
          </a:p>
        </p:txBody>
      </p:sp>
      <p:sp>
        <p:nvSpPr>
          <p:cNvPr id="56561" name="TextBox 11">
            <a:extLst>
              <a:ext uri="{FF2B5EF4-FFF2-40B4-BE49-F238E27FC236}">
                <a16:creationId xmlns:a16="http://schemas.microsoft.com/office/drawing/2014/main" id="{7EDF7EE8-81AF-E316-A7B2-32CC4F0B4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3495" y="3033223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build</a:t>
            </a:r>
          </a:p>
        </p:txBody>
      </p:sp>
      <p:sp>
        <p:nvSpPr>
          <p:cNvPr id="56566" name="TextBox 11">
            <a:extLst>
              <a:ext uri="{FF2B5EF4-FFF2-40B4-BE49-F238E27FC236}">
                <a16:creationId xmlns:a16="http://schemas.microsoft.com/office/drawing/2014/main" id="{E7D372A5-86C4-788A-A86A-7CFDF7F23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0611" y="3602614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trigger</a:t>
            </a:r>
          </a:p>
        </p:txBody>
      </p:sp>
      <p:pic>
        <p:nvPicPr>
          <p:cNvPr id="56567" name="Picture 56566">
            <a:extLst>
              <a:ext uri="{FF2B5EF4-FFF2-40B4-BE49-F238E27FC236}">
                <a16:creationId xmlns:a16="http://schemas.microsoft.com/office/drawing/2014/main" id="{908D68DD-5609-F0BE-9CDB-318D8C4CCAC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05682" y="3829058"/>
            <a:ext cx="337140" cy="337140"/>
          </a:xfrm>
          <a:prstGeom prst="rect">
            <a:avLst/>
          </a:prstGeom>
        </p:spPr>
      </p:pic>
      <p:sp>
        <p:nvSpPr>
          <p:cNvPr id="56568" name="Oval 56567">
            <a:extLst>
              <a:ext uri="{FF2B5EF4-FFF2-40B4-BE49-F238E27FC236}">
                <a16:creationId xmlns:a16="http://schemas.microsoft.com/office/drawing/2014/main" id="{3A7160A1-8ACE-58F8-FE1A-A1B7524739E2}"/>
              </a:ext>
            </a:extLst>
          </p:cNvPr>
          <p:cNvSpPr>
            <a:spLocks noChangeAspect="1"/>
          </p:cNvSpPr>
          <p:nvPr/>
        </p:nvSpPr>
        <p:spPr bwMode="auto">
          <a:xfrm>
            <a:off x="1331731" y="3012575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6569" name="Oval 56568">
            <a:extLst>
              <a:ext uri="{FF2B5EF4-FFF2-40B4-BE49-F238E27FC236}">
                <a16:creationId xmlns:a16="http://schemas.microsoft.com/office/drawing/2014/main" id="{5806CFD4-A886-1796-43F1-4E67C6B19579}"/>
              </a:ext>
            </a:extLst>
          </p:cNvPr>
          <p:cNvSpPr>
            <a:spLocks noChangeAspect="1"/>
          </p:cNvSpPr>
          <p:nvPr/>
        </p:nvSpPr>
        <p:spPr bwMode="auto">
          <a:xfrm>
            <a:off x="1317497" y="3616377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6570" name="Oval 56569">
            <a:extLst>
              <a:ext uri="{FF2B5EF4-FFF2-40B4-BE49-F238E27FC236}">
                <a16:creationId xmlns:a16="http://schemas.microsoft.com/office/drawing/2014/main" id="{19974386-89A4-54B6-6EE6-DCC66DCFDE8B}"/>
              </a:ext>
            </a:extLst>
          </p:cNvPr>
          <p:cNvSpPr>
            <a:spLocks noChangeAspect="1"/>
          </p:cNvSpPr>
          <p:nvPr/>
        </p:nvSpPr>
        <p:spPr bwMode="auto">
          <a:xfrm>
            <a:off x="3537498" y="1535833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6571" name="Oval 56570">
            <a:extLst>
              <a:ext uri="{FF2B5EF4-FFF2-40B4-BE49-F238E27FC236}">
                <a16:creationId xmlns:a16="http://schemas.microsoft.com/office/drawing/2014/main" id="{5A34DD6D-E3CD-C518-300F-232CBB1933EF}"/>
              </a:ext>
            </a:extLst>
          </p:cNvPr>
          <p:cNvSpPr>
            <a:spLocks noChangeAspect="1"/>
          </p:cNvSpPr>
          <p:nvPr/>
        </p:nvSpPr>
        <p:spPr bwMode="auto">
          <a:xfrm>
            <a:off x="6119291" y="1537348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6572" name="Oval 56571">
            <a:extLst>
              <a:ext uri="{FF2B5EF4-FFF2-40B4-BE49-F238E27FC236}">
                <a16:creationId xmlns:a16="http://schemas.microsoft.com/office/drawing/2014/main" id="{DAFC34E2-6419-FEE9-2129-625ACC3BC86B}"/>
              </a:ext>
            </a:extLst>
          </p:cNvPr>
          <p:cNvSpPr>
            <a:spLocks noChangeAspect="1"/>
          </p:cNvSpPr>
          <p:nvPr/>
        </p:nvSpPr>
        <p:spPr bwMode="auto">
          <a:xfrm>
            <a:off x="11381244" y="2160129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6573" name="Oval 56572">
            <a:extLst>
              <a:ext uri="{FF2B5EF4-FFF2-40B4-BE49-F238E27FC236}">
                <a16:creationId xmlns:a16="http://schemas.microsoft.com/office/drawing/2014/main" id="{F4BB3F7E-77BA-2617-5433-53D56EEE716D}"/>
              </a:ext>
            </a:extLst>
          </p:cNvPr>
          <p:cNvSpPr>
            <a:spLocks noChangeAspect="1"/>
          </p:cNvSpPr>
          <p:nvPr/>
        </p:nvSpPr>
        <p:spPr bwMode="auto">
          <a:xfrm>
            <a:off x="8797403" y="1517052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56574" name="Oval 56573">
            <a:extLst>
              <a:ext uri="{FF2B5EF4-FFF2-40B4-BE49-F238E27FC236}">
                <a16:creationId xmlns:a16="http://schemas.microsoft.com/office/drawing/2014/main" id="{D6B30CFB-7288-9D7F-78D0-565FE66D51EC}"/>
              </a:ext>
            </a:extLst>
          </p:cNvPr>
          <p:cNvSpPr>
            <a:spLocks noChangeAspect="1"/>
          </p:cNvSpPr>
          <p:nvPr/>
        </p:nvSpPr>
        <p:spPr bwMode="auto">
          <a:xfrm>
            <a:off x="8846777" y="3719993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56575" name="TextBox 11">
            <a:extLst>
              <a:ext uri="{FF2B5EF4-FFF2-40B4-BE49-F238E27FC236}">
                <a16:creationId xmlns:a16="http://schemas.microsoft.com/office/drawing/2014/main" id="{F90E1406-0986-BAB7-002E-F58A4D222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8084" y="2350961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Invoke</a:t>
            </a:r>
          </a:p>
        </p:txBody>
      </p:sp>
      <p:sp>
        <p:nvSpPr>
          <p:cNvPr id="56577" name="TextBox 11">
            <a:extLst>
              <a:ext uri="{FF2B5EF4-FFF2-40B4-BE49-F238E27FC236}">
                <a16:creationId xmlns:a16="http://schemas.microsoft.com/office/drawing/2014/main" id="{4D3A8967-CC17-9DF0-5836-4FCF2D79E3C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237877" y="3272282"/>
            <a:ext cx="6304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</a:t>
            </a:r>
          </a:p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Cleaning</a:t>
            </a:r>
          </a:p>
        </p:txBody>
      </p:sp>
      <p:cxnSp>
        <p:nvCxnSpPr>
          <p:cNvPr id="56580" name="Straight Arrow Connector 56579">
            <a:extLst>
              <a:ext uri="{FF2B5EF4-FFF2-40B4-BE49-F238E27FC236}">
                <a16:creationId xmlns:a16="http://schemas.microsoft.com/office/drawing/2014/main" id="{B8BE4BC5-B166-3193-1774-B831DCA21262}"/>
              </a:ext>
            </a:extLst>
          </p:cNvPr>
          <p:cNvCxnSpPr>
            <a:cxnSpLocks/>
          </p:cNvCxnSpPr>
          <p:nvPr/>
        </p:nvCxnSpPr>
        <p:spPr>
          <a:xfrm flipH="1">
            <a:off x="7788607" y="5445797"/>
            <a:ext cx="665670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82" name="TextBox 11">
            <a:extLst>
              <a:ext uri="{FF2B5EF4-FFF2-40B4-BE49-F238E27FC236}">
                <a16:creationId xmlns:a16="http://schemas.microsoft.com/office/drawing/2014/main" id="{6CA7A4E9-0B61-5B39-E80E-81978F8C5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526" y="5232064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Retrain</a:t>
            </a:r>
          </a:p>
        </p:txBody>
      </p:sp>
      <p:pic>
        <p:nvPicPr>
          <p:cNvPr id="2" name="Graphic 17">
            <a:extLst>
              <a:ext uri="{FF2B5EF4-FFF2-40B4-BE49-F238E27FC236}">
                <a16:creationId xmlns:a16="http://schemas.microsoft.com/office/drawing/2014/main" id="{20BF7EE7-BA63-F980-BF4A-3740DA321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2795591" y="5723515"/>
            <a:ext cx="445645" cy="445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20A30A85-307F-CF4B-B1A1-D93A6A8BF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291" y="5981796"/>
            <a:ext cx="125818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Logs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D444BB-505F-963F-BABF-1DC49868A880}"/>
              </a:ext>
            </a:extLst>
          </p:cNvPr>
          <p:cNvSpPr/>
          <p:nvPr/>
        </p:nvSpPr>
        <p:spPr>
          <a:xfrm flipV="1">
            <a:off x="1204657" y="2172825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2951EE1-3F3F-3254-E762-490385A2A5B9}"/>
              </a:ext>
            </a:extLst>
          </p:cNvPr>
          <p:cNvSpPr/>
          <p:nvPr/>
        </p:nvSpPr>
        <p:spPr>
          <a:xfrm flipV="1">
            <a:off x="1229363" y="3748857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D9D717-941D-4057-377B-657072CD4AF9}"/>
              </a:ext>
            </a:extLst>
          </p:cNvPr>
          <p:cNvSpPr/>
          <p:nvPr/>
        </p:nvSpPr>
        <p:spPr>
          <a:xfrm flipV="1">
            <a:off x="1240520" y="3170562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F5154-F3C2-B6E7-3E27-2B25A5399898}"/>
              </a:ext>
            </a:extLst>
          </p:cNvPr>
          <p:cNvSpPr/>
          <p:nvPr/>
        </p:nvSpPr>
        <p:spPr>
          <a:xfrm flipV="1">
            <a:off x="3220092" y="3204677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83910E8-92BE-F8D7-82C6-8458A67BC4A1}"/>
              </a:ext>
            </a:extLst>
          </p:cNvPr>
          <p:cNvSpPr/>
          <p:nvPr/>
        </p:nvSpPr>
        <p:spPr>
          <a:xfrm flipV="1">
            <a:off x="4331485" y="3109913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82776DC-A96F-7C0B-29C1-DA636FE25CE3}"/>
              </a:ext>
            </a:extLst>
          </p:cNvPr>
          <p:cNvSpPr/>
          <p:nvPr/>
        </p:nvSpPr>
        <p:spPr>
          <a:xfrm flipV="1">
            <a:off x="4331485" y="4018891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DB64B71-66AA-437C-3716-EDEC9EB3A3D8}"/>
              </a:ext>
            </a:extLst>
          </p:cNvPr>
          <p:cNvSpPr/>
          <p:nvPr/>
        </p:nvSpPr>
        <p:spPr>
          <a:xfrm flipV="1">
            <a:off x="5151809" y="4920599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47E40EF-2211-2CDB-3EAD-E024C1E2ABB0}"/>
              </a:ext>
            </a:extLst>
          </p:cNvPr>
          <p:cNvSpPr/>
          <p:nvPr/>
        </p:nvSpPr>
        <p:spPr>
          <a:xfrm flipV="1">
            <a:off x="6825589" y="2485710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FEF98E9-3DD1-BE61-CCE6-CEC6D368FEE9}"/>
              </a:ext>
            </a:extLst>
          </p:cNvPr>
          <p:cNvSpPr/>
          <p:nvPr/>
        </p:nvSpPr>
        <p:spPr>
          <a:xfrm flipV="1">
            <a:off x="6861205" y="3474198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E40A61-7D00-67FF-A0C9-DB92969CF36C}"/>
              </a:ext>
            </a:extLst>
          </p:cNvPr>
          <p:cNvSpPr/>
          <p:nvPr/>
        </p:nvSpPr>
        <p:spPr>
          <a:xfrm flipV="1">
            <a:off x="6853788" y="4442579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0206D8-73EC-971E-C57D-26B7E3CCCD6A}"/>
              </a:ext>
            </a:extLst>
          </p:cNvPr>
          <p:cNvSpPr/>
          <p:nvPr/>
        </p:nvSpPr>
        <p:spPr>
          <a:xfrm flipV="1">
            <a:off x="7713140" y="4966876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7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64 0 " pathEditMode="relative" ptsTypes="AA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487 0 " pathEditMode="relative" ptsTypes="AA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995 0 " pathEditMode="relative" ptsTypes="AA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04 -0.00394 0.00247 -0.00741 0.00312 -0.01158 C 0.00338 -0.01297 0.00234 -0.01435 0.00234 -0.01598 C 0.00234 -0.02269 0.00286 -0.02917 0.00312 -0.03588 C 0.00338 -0.05787 0.0039 -0.07986 0.0039 -0.10185 C 0.0039 -0.16829 0.00208 -0.10672 0.0039 -0.15648 C 0.00364 -0.15787 0.00312 -0.15926 0.00312 -0.16065 C 0.00312 -0.16273 0.00377 -0.16459 0.0039 -0.16644 C 0.00429 -0.16968 0.00455 -0.17315 0.00482 -0.17639 C 0.0026 -0.18797 0.00482 -0.17361 0.00482 -0.18519 C 0.00482 -0.18704 0.00429 -0.18889 0.0039 -0.19074 C 0.00429 -0.19236 0.00482 -0.19352 0.00482 -0.19514 C 0.00482 -0.20625 0.00455 -0.20648 0.00312 -0.21389 C 0.00651 -0.22269 0.0039 -0.21343 0.0039 -0.22246 C 0.0039 -0.22477 0.00455 -0.22709 0.00482 -0.22963 C 0.00351 -0.24098 0.00312 -0.24236 0.00312 -0.25834 C 0.00312 -0.2588 0.00364 -0.25834 0.0039 -0.25834 L 0.0039 -0.25834 C 0.02565 -0.2551 0.00534 -0.25741 0.04505 -0.25834 C 0.05768 -0.25857 0.07031 -0.25834 0.08307 -0.25834 L 0.08307 -0.25834 C 0.08268 -0.25394 0.08216 -0.24977 0.08216 -0.24537 C 0.08216 -0.24375 0.08307 -0.2426 0.08307 -0.24098 C 0.08307 -0.23959 0.08229 -0.2382 0.08216 -0.23681 C 0.08203 -0.23195 0.08216 -0.22709 0.08216 -0.22246 L 0.08216 -0.22246 " pathEditMode="relative" ptsTypes="AAAAAAAAAAAAAAAAAAAAAAAAAAA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"/>
                                            </p:cond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11111E-6 L -0.00078 0.06875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342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8819 " pathEditMode="relative" ptsTypes="AA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208 0.00139 0.00404 0.00417 0.00638 0.0044 C 0.01549 0.00509 0.02461 0.00324 0.03385 0.00278 C 0.03568 0.00278 0.03763 0.00278 0.03945 0.00278 L 0.03945 0.00278 C 0.04336 -0.0287 0.04023 0.00139 0.04023 -0.06157 C 0.04023 -0.06505 0.04088 -0.06829 0.04101 -0.07176 C 0.04141 -0.07639 0.04167 -0.08125 0.04193 -0.08611 C 0.04219 -0.09792 0.04271 -0.10995 0.04271 -0.12176 C 0.04271 -0.1993 0.04062 -0.10602 0.04271 -0.18055 C 0.04036 -0.20532 0.04101 -0.19537 0.04101 -0.24236 C 0.04101 -0.24375 0.04167 -0.24514 0.04193 -0.24653 C 0.04323 -0.32685 0.04271 -0.28009 0.04271 -0.38704 L 0.04271 -0.38704 L 0.07018 -0.38704 L 0.07018 -0.38704 " pathEditMode="relative" ptsTypes="AAAAAAAAAAAAAAAAA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3.33333E-6 L -0.00053 0.05902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294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85185E-6 L -0.00052 0.05903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294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000"/>
                            </p:stCondLst>
                            <p:childTnLst>
                              <p:par>
                                <p:cTn id="32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85185E-6 L -0.00026 0.05185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259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534 0.00046 0.01068 0.00162 0.01615 0.00162 C 0.0181 0.00162 0.02357 -0.00047 0.02578 -0.00139 C 0.02656 -0.00093 0.02735 0 0.02826 0 C 0.03919 0 0.04427 -0.00487 0.03867 0 L 0.03867 0 C 0.03841 -0.00417 0.03789 -0.00857 0.03789 -0.01274 C 0.03815 -0.02061 0.03959 -0.03588 0.03959 -0.03588 C 0.03932 -0.03959 0.03906 -0.04352 0.03867 -0.04723 C 0.03854 -0.05 0.03789 -0.05301 0.03789 -0.05579 C 0.03789 -0.05741 0.03841 -0.0588 0.03867 -0.06019 C 0.03841 -0.06158 0.03789 -0.06297 0.03789 -0.06436 C 0.03815 -0.06829 0.03959 -0.07593 0.03959 -0.07593 C 0.03985 -0.08681 0.04024 -0.09792 0.04037 -0.1088 C 0.04141 -0.18195 0.04544 -0.15903 0.04037 -0.18635 C 0.0431 -0.2257 0.04115 -0.1838 0.04037 -0.20209 C 0.03737 -0.27477 0.04102 -0.21227 0.03867 -0.24931 C 0.03906 -0.25463 0.03959 -0.25996 0.03959 -0.26505 C 0.03959 -0.27246 0.03815 -0.3382 0.03789 -0.34838 C 0.03815 -0.35209 0.03867 -0.35602 0.03867 -0.35973 C 0.03867 -0.36227 0.03789 -0.36459 0.03789 -0.3669 C 0.03789 -0.36991 0.03854 -0.37269 0.03867 -0.37547 C 0.0388 -0.37593 0.03867 -0.37639 0.03867 -0.37686 L 0.03867 -0.37686 L 0.03867 -0.37686 " pathEditMode="relative" ptsTypes="AAAAAAAAAAAAAAAAAAAAAAAAAA">
                                      <p:cBhvr>
                                        <p:cTn id="3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1" animBg="1"/>
      <p:bldP spid="20" grpId="0" animBg="1"/>
      <p:bldP spid="24" grpId="0" animBg="1"/>
      <p:bldP spid="26" grpId="0" animBg="1"/>
      <p:bldP spid="27" grpId="1" animBg="1"/>
      <p:bldP spid="30" grpId="0" animBg="1"/>
      <p:bldP spid="31" grpId="0" animBg="1"/>
      <p:bldP spid="33" grpId="0" animBg="1"/>
      <p:bldP spid="34" grpId="0" animBg="1"/>
      <p:bldP spid="3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4416</TotalTime>
  <Words>114</Words>
  <Application>Microsoft Macintosh PowerPoint</Application>
  <PresentationFormat>Widescreen</PresentationFormat>
  <Paragraphs>91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Mishra</dc:creator>
  <cp:lastModifiedBy>MISHRA Vishal</cp:lastModifiedBy>
  <cp:revision>71</cp:revision>
  <dcterms:created xsi:type="dcterms:W3CDTF">2023-11-08T08:02:18Z</dcterms:created>
  <dcterms:modified xsi:type="dcterms:W3CDTF">2025-11-05T05:04:04Z</dcterms:modified>
</cp:coreProperties>
</file>